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0" d="100"/>
          <a:sy n="50" d="100"/>
        </p:scale>
        <p:origin x="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A6AB-73F4-B0D3-1A41-94796EDB3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ABEC3-2C14-A7BB-9EBD-3B74D984E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8E71B-388C-7912-6B70-EBB68C63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440F-2284-CD3B-17D8-03FFA275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F0CBD-F657-8B4C-D43B-EBDDA5EC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026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4427-4118-2A2A-C92D-EB68A24D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739B1-E21B-5304-7FB9-982CA90F0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CAF4-B183-D68B-6642-22FCB930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0F5B8-594A-62B4-1261-1C8C879F5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B81F-1FC2-C4B4-3ED7-325BC56E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37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22DC-C350-4994-6CCA-C2D2CC16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94D54-CE1B-7A7B-8805-8B599502D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0EF-5024-BCAD-8500-CB460EC6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17D5F-9FAE-1CC9-3936-4F29D1D9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863B0-A58B-F6EB-34CE-F0F4B091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333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7E38-88DA-36BC-28AE-6B3B31C9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50BD-4972-F091-FF51-26C89492B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3064-33E4-5AD7-399B-7C99787CE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A5F0F-20A0-1735-9515-717B77B0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D4CC7-E4E1-1A5C-3B9C-98FBB250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1DC29-5A72-095A-D5D3-7C4296C3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331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9B6A-F03C-0F67-D4BD-21F4FA76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CA90B-FFB5-52AD-54E5-77E86CC2C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0B6D1-4F5D-8366-F2D9-942ECA10E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4A49-A69E-71BF-4049-C8C6648B7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D9348-EC68-1D5B-E221-F69EB36EA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A3142-2BCE-B3D3-5382-9838E6B5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12051-6882-7AAC-9D04-06D40AC2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1A8AC-B783-F45F-CFB2-3812359E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329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BC6C-8216-D441-69B5-2C31D51A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E93B9-7CD3-0AA2-67AC-E992ACB4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BA9FD-DC31-3766-DA39-360FAFCF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8467C-3EB5-DCE4-5E0E-77BF72D5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221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123A1-ABED-8EE7-E3E0-6E845A62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D2718-6FCA-AA2B-F0E6-E015EB92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B2860-DAC9-F1DD-28BF-D89E7E0F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303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B1B4-0B1C-426E-2B46-ACBA44B5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DF72-BAEF-511F-25F2-4D2BCCC6F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C5D89-D271-4D31-52DE-3D4DECECE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D19AA-8D8B-B966-7ACE-457764FF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533B1-ECE0-39A0-EF54-9B2D5F3D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EEAC1-F523-EE93-CABA-A09C5636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708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CCB0-B3F5-2EA0-564C-905DA7D9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A432-93B8-2CE6-CC72-1B9625C88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E47D-FFDF-9D9E-30EA-D2D2B9F4D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02D31-7E2E-CEA1-EFF4-87C00FA4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CD36F-D191-4A80-177E-74C24CAD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6975-F924-916D-E58F-E9CCA42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395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4E9F-D9FD-DB20-2DD0-D5D619A4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D821F-928D-EF0C-923E-1976B3BB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97BE6-52ED-3821-677E-231BF646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6A4D-B258-D299-96D2-94A6F307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ED64-5134-7F5B-F093-E0248185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993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654A5-273C-4D50-0F8A-759EAF7F5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E3755-75DB-0533-7F25-A818C9DAD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B693F-3931-258E-31DE-5CEA43281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358DB-C4C1-ABDE-4741-DA008B9D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0751F-3252-4D44-2871-981A021A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597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7DF76-212B-2040-8620-1191DAB0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0BA3-903E-A5A1-0887-57533E9A3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B96F7-FC46-CAB0-A201-9DFADFC3B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FF448-1601-4180-8007-CF1AC63894CF}" type="datetimeFigureOut">
              <a:rPr lang="en-PH" smtClean="0"/>
              <a:t>3/20/2025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E5D8C-2F70-D0AB-5A0D-8347C6AEB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61E77-4E93-B52F-6A7A-A9822D040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06F-180E-422E-8E15-4E211B76A88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60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E081-3FD8-0051-B5A0-8820F8CD2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Hello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C2412-2CB7-A405-F519-0B6801131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108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Nino Emanuel Galapon</dc:creator>
  <cp:lastModifiedBy>Nino Emanuel Galapon</cp:lastModifiedBy>
  <cp:revision>1</cp:revision>
  <dcterms:created xsi:type="dcterms:W3CDTF">2025-03-19T20:15:53Z</dcterms:created>
  <dcterms:modified xsi:type="dcterms:W3CDTF">2025-03-19T20:24:22Z</dcterms:modified>
</cp:coreProperties>
</file>